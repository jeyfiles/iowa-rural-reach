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DETAIL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AI Behind Iowa Rural Reach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search is answered live — the app stores nothing itself; each category calls a public government data source at the moment you search.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4415" cy="3246120"/>
          </a:xfrm>
          <a:prstGeom prst="roundRect">
            <a:avLst>
              <a:gd name="adj" fmla="val 1690"/>
            </a:avLst>
          </a:prstGeom>
          <a:solidFill>
            <a:srgbClr val="F7F8FB"/>
          </a:solidFill>
          <a:ln w="12700">
            <a:solidFill>
              <a:srgbClr val="D9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57984"/>
            <a:ext cx="146304" cy="146304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8992" y="202996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Care</a:t>
            </a:r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HRSA Data Warehouse Locator API  (data.hrsa.gov/HDWLocatorApi)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225735" y="2084832"/>
            <a:ext cx="1172095" cy="274320"/>
          </a:xfrm>
          <a:prstGeom prst="roundRect">
            <a:avLst>
              <a:gd name="adj" fmla="val 23333"/>
            </a:avLst>
          </a:prstGeom>
          <a:solidFill>
            <a:srgbClr val="1F7A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225735" y="2084832"/>
            <a:ext cx="117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665476"/>
            <a:ext cx="146304" cy="146304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8992" y="253746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Insurance / Sliding Scale</a:t>
            </a:r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Same HRSA feed, tagged by app logic  (data.hrsa.gov/HDWLocatorApi)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225735" y="2592324"/>
            <a:ext cx="1172095" cy="274320"/>
          </a:xfrm>
          <a:prstGeom prst="roundRect">
            <a:avLst>
              <a:gd name="adj" fmla="val 23333"/>
            </a:avLst>
          </a:prstGeom>
          <a:solidFill>
            <a:srgbClr val="1F7A4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225735" y="2592324"/>
            <a:ext cx="117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172968"/>
            <a:ext cx="146304" cy="146304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78992" y="304495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</a:t>
            </a:r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SAMHSA FindTreatment.gov locator  (findtreatment.gov/locator)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225735" y="3099816"/>
            <a:ext cx="1172095" cy="274320"/>
          </a:xfrm>
          <a:prstGeom prst="roundRect">
            <a:avLst>
              <a:gd name="adj" fmla="val 23333"/>
            </a:avLst>
          </a:prstGeom>
          <a:solidFill>
            <a:srgbClr val="1F7A4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225735" y="3099816"/>
            <a:ext cx="117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3680460"/>
            <a:ext cx="146304" cy="146304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78992" y="355244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Veterans' Care</a:t>
            </a:r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VA Facilities API  (api.va.gov)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25735" y="3607308"/>
            <a:ext cx="1172095" cy="274320"/>
          </a:xfrm>
          <a:prstGeom prst="roundRect">
            <a:avLst>
              <a:gd name="adj" fmla="val 23333"/>
            </a:avLst>
          </a:prstGeom>
          <a:solidFill>
            <a:srgbClr val="1F7A4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225735" y="3607308"/>
            <a:ext cx="117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4187952"/>
            <a:ext cx="146304" cy="146304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78992" y="405993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</a:t>
            </a:r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NPI Registry, CMS  (npiregistry.cms.hhs.gov)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225735" y="4114800"/>
            <a:ext cx="1172095" cy="274320"/>
          </a:xfrm>
          <a:prstGeom prst="roundRect">
            <a:avLst>
              <a:gd name="adj" fmla="val 23333"/>
            </a:avLst>
          </a:prstGeom>
          <a:solidFill>
            <a:srgbClr val="1F7A4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225735" y="4114800"/>
            <a:ext cx="117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" y="4695444"/>
            <a:ext cx="146304" cy="146304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78992" y="456742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Hand-maintained list of 20 major Iowa hospitals, in the app's own code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0225735" y="4622292"/>
            <a:ext cx="1508760" cy="274320"/>
          </a:xfrm>
          <a:prstGeom prst="roundRect">
            <a:avLst>
              <a:gd name="adj" fmla="val 23333"/>
            </a:avLst>
          </a:prstGeom>
          <a:solidFill>
            <a:srgbClr val="5A6A8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225735" y="46222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LIST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321808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0A1F62"/>
          </a:solidFill>
          <a:ln w="12700">
            <a:solidFill>
              <a:srgbClr val="D9E0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5321808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 Navigator (chat)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4.5, via the Anthropic API — it writes the reply, but every clinic name, address, and phone number it mentions comes from the live API results above, not from the model's own knowledge.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Rural Reach  ·  Community Meeting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HRSA Shows for Community Health Care, Muscatine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554480"/>
          </a:xfrm>
          <a:prstGeom prst="roundRect">
            <a:avLst>
              <a:gd name="adj" fmla="val 3529"/>
            </a:avLst>
          </a:prstGeom>
          <a:solidFill>
            <a:srgbClr val="F7F8FB"/>
          </a:solidFill>
          <a:ln w="12700">
            <a:solidFill>
              <a:srgbClr val="D9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64208"/>
            <a:ext cx="2748811" cy="274320"/>
          </a:xfrm>
          <a:prstGeom prst="roundRect">
            <a:avLst>
              <a:gd name="adj" fmla="val 23333"/>
            </a:avLst>
          </a:prstGeom>
          <a:solidFill>
            <a:srgbClr val="D8002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64208"/>
            <a:ext cx="27488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ACTIVE PER HRSA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 Iowa Ave — Community Health Care, Inc. “MCSA”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420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HRSA's own federal registry still lists this site as active — the source of the mix-up.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349240" cy="1554480"/>
          </a:xfrm>
          <a:prstGeom prst="roundRect">
            <a:avLst>
              <a:gd name="adj" fmla="val 3529"/>
            </a:avLst>
          </a:prstGeom>
          <a:solidFill>
            <a:srgbClr val="F7F8FB"/>
          </a:solidFill>
          <a:ln w="12700">
            <a:solidFill>
              <a:srgbClr val="D9E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64208"/>
            <a:ext cx="1688315" cy="274320"/>
          </a:xfrm>
          <a:prstGeom prst="roundRect">
            <a:avLst>
              <a:gd name="adj" fmla="val 23333"/>
            </a:avLst>
          </a:prstGeom>
          <a:solidFill>
            <a:srgbClr val="1F7A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664208"/>
            <a:ext cx="16883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0574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1221 Park Ave — Community Health Care, Inc.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5420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newer, correct site — now shown by Iowa Rural Reach since the September 15 fix.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200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addresses come from the same federal source — HRSA hasn't removed the old MCSA record yet. That's an upstream data lag, not something either app introduced.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03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yourself — public tools, no login needed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7F8FB"/>
          </a:solidFill>
          <a:ln w="12700">
            <a:solidFill>
              <a:srgbClr val="D9E0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343400"/>
            <a:ext cx="128016" cy="128016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" y="421538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HRSA — Find a Health Center  </a:t>
            </a:r>
            <a:pPr indent="0" marL="0">
              <a:buNone/>
            </a:pPr>
            <a:r>
              <a:rPr lang="en-US" sz="11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search any Iowa city or ZIP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421538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F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findahealthcenter.hrsa.gov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4828032"/>
            <a:ext cx="128016" cy="128016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51560" y="470001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HRSA — live data feed (this app's source)  </a:t>
            </a:r>
            <a:pPr indent="0" marL="0">
              <a:buNone/>
            </a:pPr>
            <a:r>
              <a:rPr lang="en-US" sz="11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Muscatine coordinates, 5-mile radius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70001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F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data.hrsa.gov/HDWLocatorApi/healthcenters/find?lon=-91.04&amp;lat=41.42&amp;radius=5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" y="5312664"/>
            <a:ext cx="128016" cy="128016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51560" y="51846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SAMHSA — FindTreatment.gov  </a:t>
            </a:r>
            <a:pPr indent="0" marL="0">
              <a:buNone/>
            </a:pPr>
            <a:r>
              <a:rPr lang="en-US" sz="11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mental health &amp; substance use treatment locator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518464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F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findtreatment.gov/locator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5797296"/>
            <a:ext cx="128016" cy="128016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51560" y="56692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Registry (CMS)  </a:t>
            </a:r>
            <a:pPr indent="0" marL="0">
              <a:buNone/>
            </a:pPr>
            <a:r>
              <a:rPr lang="en-US" sz="11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look up any registered provider, e.g. dentists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56692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F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npiregistry.cms.hhs.gov/search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Rural Reach  ·  Community Meeting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Iowa Rural Reach — Supplemental Slides</dc:title>
  <dc:subject>PptxGenJS Presentation</dc:subject>
  <dc:creator>Iowa Rural Reach</dc:creator>
  <cp:lastModifiedBy>Iowa Rural Reach</cp:lastModifiedBy>
  <cp:revision>1</cp:revision>
  <dcterms:created xsi:type="dcterms:W3CDTF">2026-09-15T18:09:43Z</dcterms:created>
  <dcterms:modified xsi:type="dcterms:W3CDTF">2026-09-15T18:09:43Z</dcterms:modified>
</cp:coreProperties>
</file>