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cues: 1) Search Muscatine, IA. 2) Show results list, point out distance sort and category filters. 3) Ask the AI Care Navigator a sample question (e.g. "I need a dentist near Muscatine"). 4) Click into one clinic's detail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ln w="25400">
            <a:solidFill>
              <a:srgbClr val="1F35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754880"/>
            <a:ext cx="2926080" cy="2926080"/>
          </a:xfrm>
          <a:prstGeom prst="ellipse">
            <a:avLst/>
          </a:prstGeom>
          <a:ln w="25400">
            <a:solidFill>
              <a:srgbClr val="1F357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B9C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PARTNER CHECK-IN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Iowa Rural Reach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Muscatine, Iowa  ·  September 15,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Iowa Rural Reach?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web app that helps Iowans find nearby healthcare in one search — by typing or speaking, in English or Spanish.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6858000" cy="3383280"/>
          </a:xfrm>
          <a:prstGeom prst="roundRect">
            <a:avLst>
              <a:gd name="adj" fmla="val 1622"/>
            </a:avLst>
          </a:prstGeom>
          <a:solidFill>
            <a:srgbClr val="F7F8FB"/>
          </a:solidFill>
          <a:ln w="12700">
            <a:solidFill>
              <a:srgbClr val="D9E0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560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categories, one search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146304" cy="146304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30083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Care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023360" y="3108960"/>
            <a:ext cx="146304" cy="146304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97680" y="30083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657600"/>
            <a:ext cx="146304" cy="146304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35570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023360" y="3657600"/>
            <a:ext cx="146304" cy="146304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97680" y="35570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Veterans' Care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4206240"/>
            <a:ext cx="146304" cy="146304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7280" y="41056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023360" y="4206240"/>
            <a:ext cx="146304" cy="146304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297680" y="41056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Insurance / Sliding Scale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525512" y="2331720"/>
            <a:ext cx="4114800" cy="3383280"/>
          </a:xfrm>
          <a:prstGeom prst="roundRect">
            <a:avLst>
              <a:gd name="adj" fmla="val 1622"/>
            </a:avLst>
          </a:prstGeom>
          <a:solidFill>
            <a:srgbClr val="0A1F62"/>
          </a:solidFill>
          <a:ln w="12700">
            <a:solidFill>
              <a:srgbClr val="D9E0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99832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9C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799832" y="292608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2026, for the Congressional App Challenge
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iowa-rural-reach.vercel.app
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no login required
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Deployed; gathering feedback from community partners before wider promotion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Iowa Rural Reach  ·  Community Meeting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42032" cy="3566160"/>
          </a:xfrm>
          <a:prstGeom prst="roundRect">
            <a:avLst>
              <a:gd name="adj" fmla="val 2158"/>
            </a:avLst>
          </a:prstGeom>
          <a:solidFill>
            <a:srgbClr val="F7F8FB"/>
          </a:solidFill>
          <a:ln w="12700">
            <a:solidFill>
              <a:srgbClr val="D9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99232"/>
            <a:ext cx="20848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or speak a location — e.g. “Muscatine, IA”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9272" y="1600200"/>
            <a:ext cx="2542032" cy="3566160"/>
          </a:xfrm>
          <a:prstGeom prst="roundRect">
            <a:avLst>
              <a:gd name="adj" fmla="val 2158"/>
            </a:avLst>
          </a:prstGeom>
          <a:solidFill>
            <a:srgbClr val="F7F8FB"/>
          </a:solidFill>
          <a:ln w="12700">
            <a:solidFill>
              <a:srgbClr val="D9E0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47872" y="1828800"/>
            <a:ext cx="502920" cy="502920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47872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251460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results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2999232"/>
            <a:ext cx="20848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nearby options sorted by distance, filterable by category and insurance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9904" y="1600200"/>
            <a:ext cx="2542032" cy="3566160"/>
          </a:xfrm>
          <a:prstGeom prst="roundRect">
            <a:avLst>
              <a:gd name="adj" fmla="val 2158"/>
            </a:avLst>
          </a:prstGeom>
          <a:solidFill>
            <a:srgbClr val="F7F8FB"/>
          </a:solidFill>
          <a:ln w="12700">
            <a:solidFill>
              <a:srgbClr val="D9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18504" y="1828800"/>
            <a:ext cx="502920" cy="502920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18504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18504" y="251460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AI Care Navigator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18504" y="2999232"/>
            <a:ext cx="20848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plain-language question and get a specific clinic, address, and phone number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60536" y="1600200"/>
            <a:ext cx="2542032" cy="3566160"/>
          </a:xfrm>
          <a:prstGeom prst="roundRect">
            <a:avLst>
              <a:gd name="adj" fmla="val 2158"/>
            </a:avLst>
          </a:prstGeom>
          <a:solidFill>
            <a:srgbClr val="F7F8FB"/>
          </a:solidFill>
          <a:ln w="12700">
            <a:solidFill>
              <a:srgbClr val="D9E0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89136" y="1828800"/>
            <a:ext cx="502920" cy="502920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89136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089136" y="251460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clinic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089136" y="2999232"/>
            <a:ext cx="20848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full details for any listed clinic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Iowa Rural Reach  ·  Community Meeting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We Received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4415" cy="3246120"/>
          </a:xfrm>
          <a:prstGeom prst="roundRect">
            <a:avLst>
              <a:gd name="adj" fmla="val 1690"/>
            </a:avLst>
          </a:prstGeom>
          <a:solidFill>
            <a:srgbClr val="F7F8FB"/>
          </a:solidFill>
          <a:ln w="12700">
            <a:solidFill>
              <a:srgbClr val="D9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83080"/>
            <a:ext cx="54864" cy="2697480"/>
          </a:xfrm>
          <a:prstGeom prst="rect">
            <a:avLst/>
          </a:prstGeom>
          <a:solidFill>
            <a:srgbClr val="D8002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178308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“There is quite a bit of inaccurate information. For example, Community Health Care is not at MCSA any longer and has not been for quite some time … Can you tell me why Community Health Care in our results shows as MCSA in the Muscatine area? And I see multiple results for Community Health Care, but when I search in Google it is at a different location altogether.”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4251960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Community Health Director, Muscatine  ·  reported by email, September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074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community health leader used the app and caught a real accuracy problem — the kind of feedback that only comes from someone who knows the area.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Iowa Rural Reach  ·  Community Meeting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— and Fixed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83664"/>
            <a:ext cx="182880" cy="182880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792224"/>
            <a:ext cx="59618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the results to a CDC-hosted mirror of HRSA's health center registry — a slower-updating copy of federal data.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79776"/>
            <a:ext cx="182880" cy="182880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2688336"/>
            <a:ext cx="59618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Queried that feed directly: it still listed the old MCSA site as an active location.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675888"/>
            <a:ext cx="182880" cy="182880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96112" y="3584448"/>
            <a:ext cx="59618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HRSA's own official site locator — it showed the same outdated listing, confirming this was a federal data lag, not a bug we introduced.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03720" y="1417320"/>
            <a:ext cx="4736592" cy="3200400"/>
          </a:xfrm>
          <a:prstGeom prst="roundRect">
            <a:avLst>
              <a:gd name="adj" fmla="val 1714"/>
            </a:avLst>
          </a:prstGeom>
          <a:solidFill>
            <a:srgbClr val="0A1F62"/>
          </a:solidFill>
          <a:ln w="12700">
            <a:solidFill>
              <a:srgbClr val="D9E0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78040" y="16276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05740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the live HRSA Data Warehouse Locator API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same live system behind HRSA's own official locator tool.
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first: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C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filtering, clinic detail pages, and the AI chat feature all confirmed unaffected before shipping.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11094415" cy="1417320"/>
          </a:xfrm>
          <a:prstGeom prst="roundRect">
            <a:avLst>
              <a:gd name="adj" fmla="val 3871"/>
            </a:avLst>
          </a:prstGeom>
          <a:solidFill>
            <a:srgbClr val="F7F8FB"/>
          </a:solidFill>
          <a:ln w="12700">
            <a:solidFill>
              <a:srgbClr val="D9E0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5029200"/>
            <a:ext cx="3685032" cy="310896"/>
          </a:xfrm>
          <a:prstGeom prst="roundRect">
            <a:avLst>
              <a:gd name="adj" fmla="val 23529"/>
            </a:avLst>
          </a:prstGeom>
          <a:solidFill>
            <a:srgbClr val="1F7A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029200"/>
            <a:ext cx="3685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SINCE SEP 15, 2026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468112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 Iowa Ave (MCSA)  +  2925 Cedar St
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 Iowa Ave (MCSA — still listed active by HRSA itself)  +  1221 Park Ave (current site)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Iowa Rural Reach  ·  Community Meeting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114800"/>
          </a:xfrm>
          <a:prstGeom prst="roundRect">
            <a:avLst>
              <a:gd name="adj" fmla="val 1333"/>
            </a:avLst>
          </a:prstGeom>
          <a:solidFill>
            <a:srgbClr val="F7F8FB"/>
          </a:solidFill>
          <a:ln w="12700">
            <a:solidFill>
              <a:srgbClr val="D9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0A1F6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STAGE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“Report incorrect info” feature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any user flag a wrong address or phone number directly in the app — not just one clinic, but every category, statewide. Planned, not yet built.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376672" cy="4114800"/>
          </a:xfrm>
          <a:prstGeom prst="roundRect">
            <a:avLst>
              <a:gd name="adj" fmla="val 1333"/>
            </a:avLst>
          </a:prstGeom>
          <a:solidFill>
            <a:srgbClr val="F7F8FB"/>
          </a:solidFill>
          <a:ln w="12700">
            <a:solidFill>
              <a:srgbClr val="D9E0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737360"/>
            <a:ext cx="2368296" cy="310896"/>
          </a:xfrm>
          <a:prstGeom prst="roundRect">
            <a:avLst>
              <a:gd name="adj" fmla="val 23529"/>
            </a:avLst>
          </a:prstGeom>
          <a:solidFill>
            <a:srgbClr val="5A6A8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737360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1945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Orthopedics, Physical Therapy, Chiropractic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01752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Technically feasible — confirmed available through the same public NPI Registry the app already uses for Dental. Not yet built: still deciding how new categories would fit the app's existing home screen.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Iowa Rural Reach  ·  Community Meeting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Iowa Rural Reach Offers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55064"/>
            <a:ext cx="182880" cy="182880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1563624"/>
            <a:ext cx="1074694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Care Navigator 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ask a question in plain English or Spanish and get a specific clinic name, address, and phone number.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23744"/>
            <a:ext cx="182880" cy="182880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2432304"/>
            <a:ext cx="1074694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search, six categories 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family care, mental health, dental, veterans' care, emergency, and no-insurance options, instead of separate lookups.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182880" cy="182880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3300984"/>
            <a:ext cx="1074694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open 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subscription, no login, built entirely on public federal data.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261104"/>
            <a:ext cx="182880" cy="182880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4169664"/>
            <a:ext cx="1074694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Distance-sorted results 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nearest real options surface first.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Iowa Rural Reach  ·  Community Meeting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FindHelp Fits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Complementary, not competing — the two tools get their information in almost opposite ways.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3794760"/>
          </a:xfrm>
          <a:prstGeom prst="roundRect">
            <a:avLst>
              <a:gd name="adj" fmla="val 1446"/>
            </a:avLst>
          </a:prstGeom>
          <a:solidFill>
            <a:srgbClr val="F7F8FB"/>
          </a:solidFill>
          <a:ln w="12700">
            <a:solidFill>
              <a:srgbClr val="D9E0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Iowa Rural Reach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660904"/>
            <a:ext cx="182880" cy="182880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0432" y="2569464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— live government data (HRSA, SAMHSA, VA, CMS)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392424"/>
            <a:ext cx="182880" cy="182880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0432" y="3300984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 whole state instantly, no local staffing required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4123944"/>
            <a:ext cx="182880" cy="182880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0432" y="4032504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Veterans' Care and Emergency — categories FindHelp does not offer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855464"/>
            <a:ext cx="182880" cy="182880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70432" y="4764024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correction step yet — exactly what caused the MCSA mix-up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920240"/>
            <a:ext cx="5349240" cy="3794760"/>
          </a:xfrm>
          <a:prstGeom prst="roundRect">
            <a:avLst>
              <a:gd name="adj" fmla="val 1446"/>
            </a:avLst>
          </a:prstGeom>
          <a:solidFill>
            <a:srgbClr val="F7F8FB"/>
          </a:solidFill>
          <a:ln w="12700">
            <a:solidFill>
              <a:srgbClr val="D9E0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21488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FindHelp (UnityPoint)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46520" y="2660904"/>
            <a:ext cx="182880" cy="182880"/>
          </a:xfrm>
          <a:prstGeom prst="ellipse">
            <a:avLst/>
          </a:prstGeom>
          <a:solidFill>
            <a:srgbClr val="5A6A8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93992" y="2569464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Human-curated — a dedicated team enters and reviews every listing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46520" y="3392424"/>
            <a:ext cx="182880" cy="182880"/>
          </a:xfrm>
          <a:prstGeom prst="ellipse">
            <a:avLst/>
          </a:prstGeom>
          <a:solidFill>
            <a:srgbClr val="5A6A8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93992" y="3300984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can “claim” and update their own listing directly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6520" y="4123944"/>
            <a:ext cx="182880" cy="182880"/>
          </a:xfrm>
          <a:prstGeom prst="ellipse">
            <a:avLst/>
          </a:prstGeom>
          <a:solidFill>
            <a:srgbClr val="5A6A8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93992" y="4032504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local correction path built 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46520" y="4855464"/>
            <a:ext cx="182880" cy="182880"/>
          </a:xfrm>
          <a:prstGeom prst="ellipse">
            <a:avLst/>
          </a:prstGeom>
          <a:solidFill>
            <a:srgbClr val="5A6A8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93992" y="4764024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to scale statewide — depends on staff and org sign-up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Iowa Rural Reach  ·  Community Meeting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in Touch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92224"/>
            <a:ext cx="182880" cy="182880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1700784"/>
            <a:ext cx="1074694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catching this and taking the time to help make the tool more accurate.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843784"/>
            <a:ext cx="182880" cy="182880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2752344"/>
            <a:ext cx="1074694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love to keep this conversation going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Iowa Rural Reach grows — no ask attached, just an open door.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895344"/>
            <a:ext cx="182880" cy="182880"/>
          </a:xfrm>
          <a:prstGeom prst="ellipse">
            <a:avLst/>
          </a:prstGeom>
          <a:solidFill>
            <a:srgbClr val="0A1F6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3803904"/>
            <a:ext cx="1074694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A1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is always welcome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report, big or small, helps the next Iowan who searches.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Iowa Rural Reach  ·  Community Meeting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ln w="25400">
            <a:solidFill>
              <a:srgbClr val="1F357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290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Iowa Rural Reach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9C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iowa-rural-reach.vercel.app
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9C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jeysrealestate@gmail.com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Iowa Rural Reach — Community Partner Check-In</dc:title>
  <dc:subject>PptxGenJS Presentation</dc:subject>
  <dc:creator>Iowa Rural Reach</dc:creator>
  <cp:lastModifiedBy>Iowa Rural Reach</cp:lastModifiedBy>
  <cp:revision>1</cp:revision>
  <dcterms:created xsi:type="dcterms:W3CDTF">2026-09-15T16:54:27Z</dcterms:created>
  <dcterms:modified xsi:type="dcterms:W3CDTF">2026-09-15T16:54:27Z</dcterms:modified>
</cp:coreProperties>
</file>